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00" r:id="rId5"/>
    <p:sldMasterId id="2147483713" r:id="rId6"/>
    <p:sldMasterId id="2147483726" r:id="rId7"/>
  </p:sldMasterIdLst>
  <p:notesMasterIdLst>
    <p:notesMasterId r:id="rId18"/>
  </p:notesMasterIdLst>
  <p:sldIdLst>
    <p:sldId id="256" r:id="rId8"/>
    <p:sldId id="260" r:id="rId9"/>
    <p:sldId id="258" r:id="rId10"/>
    <p:sldId id="262" r:id="rId11"/>
    <p:sldId id="259" r:id="rId12"/>
    <p:sldId id="261" r:id="rId13"/>
    <p:sldId id="265" r:id="rId14"/>
    <p:sldId id="266" r:id="rId15"/>
    <p:sldId id="267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48"/>
    <a:srgbClr val="2F7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751687-AB71-498A-AC27-27731AFDB6EA}" v="15" dt="2025-06-23T06:48:30.416"/>
    <p1510:client id="{C087ACE6-23AE-632D-ACF9-D80663E5D7CA}" v="4" dt="2025-06-23T06:46:55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8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C0F7C-4945-4843-BB28-70451FE34A5D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9C30B-18A1-44FB-9D34-A33946FF5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2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9C30B-18A1-44FB-9D34-A33946FF552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88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19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9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9.png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9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9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19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EF653-501E-4231-95CA-81A83690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B1821-BBA4-42D0-8307-9951071B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A picture containing diagram&#10;&#10;Description automatically generated">
            <a:extLst>
              <a:ext uri="{FF2B5EF4-FFF2-40B4-BE49-F238E27FC236}">
                <a16:creationId xmlns:a16="http://schemas.microsoft.com/office/drawing/2014/main" id="{4AFE2338-FF41-48C7-9321-825E11A88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D1D8762-CBCC-4248-9556-E46D1790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59" y="2515394"/>
            <a:ext cx="6465039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298534D8-1358-4C5A-B0A0-0A60365CFF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6" t="18192" r="6215" b="19516"/>
          <a:stretch/>
        </p:blipFill>
        <p:spPr>
          <a:xfrm>
            <a:off x="671586" y="6339123"/>
            <a:ext cx="1280160" cy="2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3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8227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1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737557" cy="8212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F8FE25-5074-15B3-7A1E-2F0EA58E1498}"/>
              </a:ext>
            </a:extLst>
          </p:cNvPr>
          <p:cNvCxnSpPr>
            <a:cxnSpLocks/>
          </p:cNvCxnSpPr>
          <p:nvPr/>
        </p:nvCxnSpPr>
        <p:spPr>
          <a:xfrm>
            <a:off x="3246977" y="637952"/>
            <a:ext cx="0" cy="2738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FAB1A3-0C55-D57D-1597-728AE29BD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669" y="293883"/>
            <a:ext cx="1659349" cy="102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226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5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832863" cy="30357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6452" y="1094366"/>
            <a:ext cx="2628901" cy="4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80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99616" y="989145"/>
            <a:ext cx="2452624" cy="4305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3672089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E0DC072-BCFE-527A-F36B-5EF696381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TOC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2745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2A7A9-56BA-F1E4-198B-ED25E2EE3AD6}"/>
              </a:ext>
            </a:extLst>
          </p:cNvPr>
          <p:cNvCxnSpPr/>
          <p:nvPr/>
        </p:nvCxnSpPr>
        <p:spPr>
          <a:xfrm>
            <a:off x="11217204" y="6394141"/>
            <a:ext cx="0" cy="189186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">
            <a:extLst>
              <a:ext uri="{FF2B5EF4-FFF2-40B4-BE49-F238E27FC236}">
                <a16:creationId xmlns:a16="http://schemas.microsoft.com/office/drawing/2014/main" id="{F17C0B36-24EA-6DCB-2FA4-3942F8733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16426" y="6259455"/>
            <a:ext cx="1658246" cy="497473"/>
          </a:xfrm>
          <a:prstGeom prst="rect">
            <a:avLst/>
          </a:prstGeom>
        </p:spPr>
      </p:pic>
      <p:pic>
        <p:nvPicPr>
          <p:cNvPr id="5122" name="Picture 2" descr="UCB logo in transparent PNG and vectorized SVG formats">
            <a:extLst>
              <a:ext uri="{FF2B5EF4-FFF2-40B4-BE49-F238E27FC236}">
                <a16:creationId xmlns:a16="http://schemas.microsoft.com/office/drawing/2014/main" id="{43BC310E-E684-BD75-ACB8-5770D0BCC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667" y="6288016"/>
            <a:ext cx="425101" cy="42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0C07003-970D-F9B9-5F5C-DFE9F86EE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TOC Master style</a:t>
            </a:r>
          </a:p>
        </p:txBody>
      </p:sp>
    </p:spTree>
    <p:extLst>
      <p:ext uri="{BB962C8B-B14F-4D97-AF65-F5344CB8AC3E}">
        <p14:creationId xmlns:p14="http://schemas.microsoft.com/office/powerpoint/2010/main" val="3645047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488C67A8-EBDE-C8C7-6DF3-7A318F68F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737557" cy="821266"/>
          </a:xfrm>
          <a:prstGeom prst="rect">
            <a:avLst/>
          </a:prstGeom>
        </p:spPr>
      </p:pic>
      <p:pic>
        <p:nvPicPr>
          <p:cNvPr id="4" name="Picture 2" descr="UCB (company) - Wikipedia">
            <a:extLst>
              <a:ext uri="{FF2B5EF4-FFF2-40B4-BE49-F238E27FC236}">
                <a16:creationId xmlns:a16="http://schemas.microsoft.com/office/drawing/2014/main" id="{19DB5E25-E925-8752-31BC-D3588DD02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581" y="526682"/>
            <a:ext cx="489098" cy="48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2F61A7-9F0A-A1F2-3CDD-B593C225D040}"/>
              </a:ext>
            </a:extLst>
          </p:cNvPr>
          <p:cNvCxnSpPr>
            <a:cxnSpLocks/>
          </p:cNvCxnSpPr>
          <p:nvPr/>
        </p:nvCxnSpPr>
        <p:spPr>
          <a:xfrm>
            <a:off x="3246977" y="637952"/>
            <a:ext cx="0" cy="2738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987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3286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1758A05-B25B-ED18-F810-0EF095641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0BCA3F9-2977-5F14-EAF2-C7ABA1C14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4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2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1B14C8A-8EFB-3387-DDC2-CD81FBECD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FC33B1-4AA2-AA6D-D3C1-F427D2D83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70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EAF61876-BE73-E793-31BE-62CC11DFB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7C9A5B3-D43C-B413-A153-F25652342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30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7CA4FBD-C53F-3B20-E046-4CA37E4A3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ED08C86-E998-069B-E5F2-4EA1FE6F8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D7710CCA-D130-D8B7-A6ED-81797A027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7C83866-BC16-362A-0167-D813B0D7B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3517" y="6211494"/>
            <a:ext cx="856922" cy="53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63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-1"/>
            <a:ext cx="12192000" cy="686602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74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-1"/>
            <a:ext cx="12192000" cy="691414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41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style, copy can go here on a few lines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DF94F32-04B6-29B7-99CB-2A8B4761E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1665857-F66B-8D82-AA1B-6994EF9ED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E9EBE3E-97BC-8116-3699-5149B5DD7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D15A6A2-F595-B585-E53C-BE16CE4D0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9F8DF-0794-A34F-5622-1D4E7614418A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586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21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93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C7FF43C-D7C2-B4E8-61E3-718611C25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CF0E82-AF60-CAD9-5502-84E982897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8B486992-328D-D8DD-F8B6-04CDE4BCA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C077DFD-F405-C205-C4B8-9750AB296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16F068-13DD-4420-9AD7-B9AE0748D25A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519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D131F1-B98B-C413-F007-C553646E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A654F0-B97C-285F-0D8F-8A65D3058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0B309-4DB8-5EB7-92F2-7522ED1D7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F82CF6C-1562-19B3-A9C0-D9D8ABA43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13CA7FD-97FD-CFBC-82E6-2FEC9B641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3ABD96-D87A-C776-4719-3CF58D0E3607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764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super head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D571DA-F580-ED2A-11BA-6B6ED0C89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4BE52-0E54-CEA0-5D9F-3D7E57A51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85EB9-D96E-8742-B2FA-60968ED85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1102572-A88B-A139-0679-FBA58D411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042539-E492-1062-27A9-A407F546402F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33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49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F6C7A-A194-B012-8D59-8B3CD785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66881AC-A394-CF40-BDFE-497F602C8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14C82A-BF1F-9D4D-989B-E8B1A1B9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6C402C9-462B-14BF-8267-75627EB74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C044FA0-73D4-D11A-3C10-50AB36FB8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52815D-BA59-7B70-C145-6898319242E0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8061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A9C6AC-D744-B0A2-C767-78E79A15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2945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C18032-751A-1C2B-212E-ACF2B64BE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E63E569-4E56-B263-2FF6-797BEC901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C90F22E-A941-F315-5E03-597862621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0FD711-E058-D54E-593E-2306F17BB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E05AAC-46C1-3756-1871-ACF28ED55FC8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1BAE2EEA-2332-C826-CAA9-D9112762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40085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136B47-E1CD-71C5-E4D2-50714FD5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5960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62B3D2C-9C78-243C-9C8A-2621E20C1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F60916-3CAC-91E5-F997-07F51C3BE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C6CC973-4A62-9ABF-83AC-2D821DE87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7DF3189-345D-F815-762E-95E589C0D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EF0D99-326A-2FC4-FA38-CC8506B65388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F0279A3F-D6B8-4619-9FE3-E20176E1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480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10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82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0833781-C398-4602-179A-9895D83B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0603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1" y="216718"/>
            <a:ext cx="11636556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D3A162-C605-1EF0-B95D-61CF381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5B3E10-9352-BAC7-15D7-451C4A6E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61A5DA4-2F86-54FA-7555-867206C5C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58437" y="6333862"/>
            <a:ext cx="1511944" cy="4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82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CA16B9-107C-8CB4-92C0-028038B0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270466A-E1EA-FEDE-805D-71D5AE4FCA32}"/>
              </a:ext>
            </a:extLst>
          </p:cNvPr>
          <p:cNvSpPr txBox="1">
            <a:spLocks/>
          </p:cNvSpPr>
          <p:nvPr/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Cognizant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5963AE8B-E36A-E939-8D94-D840289E1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E2F4E0-9A87-B652-9AE5-3D1999EE3FEE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868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D3042A-9CA6-384B-E9DA-29AA5363D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D6E2CC7-6159-7524-935E-AFF375D43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D5D3F59-BED5-00D2-8C29-1EF1BC7DE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0C207417-FEF0-1212-67A8-250F1C692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6FAF047-12C9-214C-502D-BAC261C92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C5B831-ACA4-771D-41B7-76B803410541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86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3CA668BC-DEB8-4F6F-DFA0-C73CDB5F4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65F47EF-D88C-768D-8656-2DD6A683F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6A0D91-BDB3-DB49-C869-764248C296D0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418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 Study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FA7BC149-9EAA-7DBF-BA5B-9829D11F2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36576" y="-1"/>
            <a:ext cx="4108432" cy="6858001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2ADF06-1C72-4AE3-A93F-5F5D74C4F6A2}"/>
              </a:ext>
            </a:extLst>
          </p:cNvPr>
          <p:cNvSpPr/>
          <p:nvPr/>
        </p:nvSpPr>
        <p:spPr>
          <a:xfrm>
            <a:off x="457200" y="6538135"/>
            <a:ext cx="232700" cy="89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fld id="{BAE6486F-2B3F-46CA-8B93-0C1280898D9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B5EAD6-1CE4-4211-B51A-61D15AF6A2FF}"/>
              </a:ext>
            </a:extLst>
          </p:cNvPr>
          <p:cNvSpPr/>
          <p:nvPr/>
        </p:nvSpPr>
        <p:spPr>
          <a:xfrm>
            <a:off x="736586" y="6538135"/>
            <a:ext cx="966484" cy="89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© 2022 Cognizant</a:t>
            </a:r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0585BA5-7515-4144-8D6F-FFFA5EFD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61999"/>
            <a:ext cx="3261359" cy="1932585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BDF13-A1DC-39D1-D891-E98F43BBA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401638"/>
            <a:ext cx="1724025" cy="23177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1AD2C-4293-2724-F9AE-AA5E23EF0251}"/>
              </a:ext>
            </a:extLst>
          </p:cNvPr>
          <p:cNvSpPr txBox="1"/>
          <p:nvPr/>
        </p:nvSpPr>
        <p:spPr>
          <a:xfrm>
            <a:off x="7181088" y="-6705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" name="Picture Placeholder 17">
            <a:extLst>
              <a:ext uri="{FF2B5EF4-FFF2-40B4-BE49-F238E27FC236}">
                <a16:creationId xmlns:a16="http://schemas.microsoft.com/office/drawing/2014/main" id="{102AE36D-2D7C-CDC3-6582-BF772CE62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996653" y="401639"/>
            <a:ext cx="1653967" cy="588176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9131D-D9CC-CA00-ACC5-2A5184895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CA01CC3-272B-794F-402C-17DFD6610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12D770-37C7-6651-81BC-34790DAD00EC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479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3" y="79501"/>
            <a:ext cx="11896681" cy="635764"/>
          </a:xfrm>
        </p:spPr>
        <p:txBody>
          <a:bodyPr anchor="ctr">
            <a:normAutofit/>
          </a:bodyPr>
          <a:lstStyle>
            <a:lvl1pPr>
              <a:defRPr sz="2400" b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E9E520-4C8C-4F3D-B9AD-8D4F2BFFCFD5}"/>
              </a:ext>
            </a:extLst>
          </p:cNvPr>
          <p:cNvGrpSpPr/>
          <p:nvPr/>
        </p:nvGrpSpPr>
        <p:grpSpPr>
          <a:xfrm flipV="1">
            <a:off x="1632" y="6858003"/>
            <a:ext cx="12190368" cy="45719"/>
            <a:chOff x="0" y="3098"/>
            <a:chExt cx="9144000" cy="5728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8D750C-0F12-4F98-A144-5E678678238C}"/>
                </a:ext>
              </a:extLst>
            </p:cNvPr>
            <p:cNvSpPr/>
            <p:nvPr/>
          </p:nvSpPr>
          <p:spPr>
            <a:xfrm flipH="1">
              <a:off x="0" y="3098"/>
              <a:ext cx="1594884" cy="57287"/>
            </a:xfrm>
            <a:prstGeom prst="rect">
              <a:avLst/>
            </a:prstGeom>
            <a:solidFill>
              <a:srgbClr val="045F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CDE7D5-4A6C-482E-90FE-7F30CB88E7FE}"/>
                </a:ext>
              </a:extLst>
            </p:cNvPr>
            <p:cNvSpPr/>
            <p:nvPr/>
          </p:nvSpPr>
          <p:spPr>
            <a:xfrm flipH="1">
              <a:off x="1575482" y="3098"/>
              <a:ext cx="1594884" cy="5728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69F8BFC-11AC-47EF-BFD0-04A2F387D9C4}"/>
                </a:ext>
              </a:extLst>
            </p:cNvPr>
            <p:cNvSpPr/>
            <p:nvPr/>
          </p:nvSpPr>
          <p:spPr>
            <a:xfrm flipH="1">
              <a:off x="3170366" y="3098"/>
              <a:ext cx="5973634" cy="5728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Shape">
            <a:extLst>
              <a:ext uri="{FF2B5EF4-FFF2-40B4-BE49-F238E27FC236}">
                <a16:creationId xmlns:a16="http://schemas.microsoft.com/office/drawing/2014/main" id="{C533A8A6-6EC5-4701-9917-0761BDA493A2}"/>
              </a:ext>
            </a:extLst>
          </p:cNvPr>
          <p:cNvSpPr/>
          <p:nvPr/>
        </p:nvSpPr>
        <p:spPr>
          <a:xfrm>
            <a:off x="11596839" y="6447407"/>
            <a:ext cx="555876" cy="41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9" h="21441" extrusionOk="0">
                <a:moveTo>
                  <a:pt x="10596" y="21441"/>
                </a:moveTo>
                <a:lnTo>
                  <a:pt x="826" y="21441"/>
                </a:lnTo>
                <a:cubicBezTo>
                  <a:pt x="193" y="21441"/>
                  <a:pt x="-204" y="20646"/>
                  <a:pt x="109" y="20011"/>
                </a:cubicBezTo>
                <a:lnTo>
                  <a:pt x="4994" y="10243"/>
                </a:lnTo>
                <a:lnTo>
                  <a:pt x="9879" y="476"/>
                </a:lnTo>
                <a:cubicBezTo>
                  <a:pt x="10199" y="-159"/>
                  <a:pt x="10993" y="-159"/>
                  <a:pt x="11306" y="476"/>
                </a:cubicBezTo>
                <a:lnTo>
                  <a:pt x="16191" y="10243"/>
                </a:lnTo>
                <a:lnTo>
                  <a:pt x="21076" y="20011"/>
                </a:lnTo>
                <a:cubicBezTo>
                  <a:pt x="21396" y="20646"/>
                  <a:pt x="20999" y="21441"/>
                  <a:pt x="20359" y="21441"/>
                </a:cubicBezTo>
                <a:lnTo>
                  <a:pt x="10596" y="21441"/>
                </a:lnTo>
                <a:close/>
              </a:path>
            </a:pathLst>
          </a:custGeom>
          <a:gradFill flip="none" rotWithShape="1">
            <a:gsLst>
              <a:gs pos="16000">
                <a:schemeClr val="accent4"/>
              </a:gs>
              <a:gs pos="100000">
                <a:schemeClr val="accent3"/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300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830" y="6523348"/>
            <a:ext cx="591735" cy="372557"/>
          </a:xfrm>
        </p:spPr>
        <p:txBody>
          <a:bodyPr/>
          <a:lstStyle>
            <a:lvl1pPr algn="ct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5D73EE-6AB1-6D70-E9C4-5E319DBFAD5E}"/>
              </a:ext>
            </a:extLst>
          </p:cNvPr>
          <p:cNvGrpSpPr/>
          <p:nvPr/>
        </p:nvGrpSpPr>
        <p:grpSpPr>
          <a:xfrm>
            <a:off x="3" y="6513979"/>
            <a:ext cx="2361127" cy="344023"/>
            <a:chOff x="0" y="6469664"/>
            <a:chExt cx="3013165" cy="439027"/>
          </a:xfrm>
        </p:grpSpPr>
        <p:pic>
          <p:nvPicPr>
            <p:cNvPr id="3" name="Picture 5">
              <a:extLst>
                <a:ext uri="{FF2B5EF4-FFF2-40B4-BE49-F238E27FC236}">
                  <a16:creationId xmlns:a16="http://schemas.microsoft.com/office/drawing/2014/main" id="{37AD756D-CB3B-CB66-97F4-39E112C53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0" y="6469664"/>
              <a:ext cx="1463040" cy="43902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142D9B8-2097-79DA-4A8D-774D8384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8523" y="6568163"/>
              <a:ext cx="1454642" cy="273559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0001DBC-BB4C-7E70-932F-45A315EB93F4}"/>
              </a:ext>
            </a:extLst>
          </p:cNvPr>
          <p:cNvSpPr/>
          <p:nvPr/>
        </p:nvSpPr>
        <p:spPr>
          <a:xfrm>
            <a:off x="97536" y="52477"/>
            <a:ext cx="81280" cy="656233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1"/>
          </a:p>
        </p:txBody>
      </p:sp>
    </p:spTree>
    <p:extLst>
      <p:ext uri="{BB962C8B-B14F-4D97-AF65-F5344CB8AC3E}">
        <p14:creationId xmlns:p14="http://schemas.microsoft.com/office/powerpoint/2010/main" val="2768464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Header &amp; 2-Column (Numbered text on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4ED29-3CCF-4A12-84A3-1ED27D4A1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94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41D6-9294-19C2-BBAF-A89400154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C236A-A742-9EFB-5270-96DF20E80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5387D-2282-5A02-9D23-F8D665F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652B-87EB-409B-B11E-2CC25C1A0DCF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FD5E-257B-8DB1-D8D9-418A8F27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F1C82-643B-A30A-5905-9A4CAA0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2970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94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putting their hands together&#10;&#10;Description automatically generated with medium confidence">
            <a:extLst>
              <a:ext uri="{FF2B5EF4-FFF2-40B4-BE49-F238E27FC236}">
                <a16:creationId xmlns:a16="http://schemas.microsoft.com/office/drawing/2014/main" id="{F8C8EB98-6766-88F1-DB34-71E50A5BBD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6"/>
          <a:stretch/>
        </p:blipFill>
        <p:spPr>
          <a:xfrm>
            <a:off x="7234812" y="1203130"/>
            <a:ext cx="4957187" cy="4451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EA92CB-4F3D-A44E-5579-E0F402D2C1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63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26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creenshot, space, universe, darkness&#10;&#10;Description automatically generated">
            <a:extLst>
              <a:ext uri="{FF2B5EF4-FFF2-40B4-BE49-F238E27FC236}">
                <a16:creationId xmlns:a16="http://schemas.microsoft.com/office/drawing/2014/main" id="{30F1E0C6-93C9-8B68-A85A-8526D998FE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64"/>
          <a:stretch/>
        </p:blipFill>
        <p:spPr>
          <a:xfrm>
            <a:off x="1641505" y="119743"/>
            <a:ext cx="10550495" cy="66185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7369B3-6332-40A3-4EC9-8B6FB6F98F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86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04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E96412FE-FE7A-BCA8-618B-E87F6679DC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2025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4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1FA0F1-F34C-6240-DA75-6B3EE600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41" y="238619"/>
            <a:ext cx="2836803" cy="91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439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5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669F3E-43D5-BB65-ECD8-D9240053D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040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018E25-12AE-6C6F-96C1-5565A79E1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486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897" y="216718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1520A7-4B31-3F28-09DB-D813631E34CE}"/>
              </a:ext>
            </a:extLst>
          </p:cNvPr>
          <p:cNvGrpSpPr/>
          <p:nvPr/>
        </p:nvGrpSpPr>
        <p:grpSpPr>
          <a:xfrm>
            <a:off x="160713" y="226534"/>
            <a:ext cx="701748" cy="309845"/>
            <a:chOff x="340668" y="1405049"/>
            <a:chExt cx="701748" cy="309845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E040C34-E89B-06F0-049B-276634C4C7AA}"/>
                </a:ext>
              </a:extLst>
            </p:cNvPr>
            <p:cNvSpPr/>
            <p:nvPr/>
          </p:nvSpPr>
          <p:spPr>
            <a:xfrm flipH="1">
              <a:off x="734072" y="1407117"/>
              <a:ext cx="308344" cy="307777"/>
            </a:xfrm>
            <a:prstGeom prst="parallelogram">
              <a:avLst>
                <a:gd name="adj" fmla="val 6214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 b="1">
                <a:solidFill>
                  <a:schemeClr val="bg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ECA0BE42-B65C-0C58-EC4A-F352C7FA8E49}"/>
                </a:ext>
              </a:extLst>
            </p:cNvPr>
            <p:cNvSpPr/>
            <p:nvPr/>
          </p:nvSpPr>
          <p:spPr>
            <a:xfrm flipH="1">
              <a:off x="539437" y="1407116"/>
              <a:ext cx="308344" cy="307777"/>
            </a:xfrm>
            <a:prstGeom prst="parallelogram">
              <a:avLst>
                <a:gd name="adj" fmla="val 6214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 b="1">
                <a:solidFill>
                  <a:schemeClr val="bg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7A04067-3DF0-971F-8F03-19CF28CF3E5C}"/>
                </a:ext>
              </a:extLst>
            </p:cNvPr>
            <p:cNvSpPr/>
            <p:nvPr/>
          </p:nvSpPr>
          <p:spPr>
            <a:xfrm flipH="1">
              <a:off x="340668" y="1405049"/>
              <a:ext cx="308344" cy="307777"/>
            </a:xfrm>
            <a:prstGeom prst="parallelogram">
              <a:avLst>
                <a:gd name="adj" fmla="val 62143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 b="1">
                <a:solidFill>
                  <a:schemeClr val="bg1"/>
                </a:solidFill>
              </a:endParaRP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D3A162-C605-1EF0-B95D-61CF381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5B3E10-9352-BAC7-15D7-451C4A6E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EC480403-2DCB-D93E-6FA5-764E9AF17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1D6C57-08E6-237D-0C17-8B19FBB31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445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D3A162-C605-1EF0-B95D-61CF381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5B3E10-9352-BAC7-15D7-451C4A6E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675CFA4-7DCE-4E00-299A-FF492A47E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8FB7C9-3C9C-32E5-F7DB-3696A15A9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07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9A5870C-8A2E-916B-8C33-1ADBC72B7BC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08002" y="6625830"/>
            <a:ext cx="1580775" cy="19697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Cognizant. Confidential.</a:t>
            </a:r>
          </a:p>
        </p:txBody>
      </p:sp>
      <p:sp>
        <p:nvSpPr>
          <p:cNvPr id="3" name="Slide Number Placeholder 26">
            <a:extLst>
              <a:ext uri="{FF2B5EF4-FFF2-40B4-BE49-F238E27FC236}">
                <a16:creationId xmlns:a16="http://schemas.microsoft.com/office/drawing/2014/main" id="{33348E6F-4835-71DB-2083-7882533EB01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" y="6627449"/>
            <a:ext cx="508000" cy="19697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DA6A74E-043F-A548-BCEE-F54A953677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0642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59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putting their hands together&#10;&#10;Description automatically generated with medium confidence">
            <a:extLst>
              <a:ext uri="{FF2B5EF4-FFF2-40B4-BE49-F238E27FC236}">
                <a16:creationId xmlns:a16="http://schemas.microsoft.com/office/drawing/2014/main" id="{F8C8EB98-6766-88F1-DB34-71E50A5BBD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6"/>
          <a:stretch/>
        </p:blipFill>
        <p:spPr>
          <a:xfrm>
            <a:off x="7234812" y="1203130"/>
            <a:ext cx="4957187" cy="4451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EA92CB-4F3D-A44E-5579-E0F402D2C1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16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4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creenshot, space, universe, darkness&#10;&#10;Description automatically generated">
            <a:extLst>
              <a:ext uri="{FF2B5EF4-FFF2-40B4-BE49-F238E27FC236}">
                <a16:creationId xmlns:a16="http://schemas.microsoft.com/office/drawing/2014/main" id="{30F1E0C6-93C9-8B68-A85A-8526D998FE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64"/>
          <a:stretch/>
        </p:blipFill>
        <p:spPr>
          <a:xfrm>
            <a:off x="1641505" y="119743"/>
            <a:ext cx="10550495" cy="66185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7369B3-6332-40A3-4EC9-8B6FB6F98F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86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23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E96412FE-FE7A-BCA8-618B-E87F6679DC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2025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56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1FA0F1-F34C-6240-DA75-6B3EE600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41" y="238619"/>
            <a:ext cx="2836803" cy="91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32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8F8A44-6E50-6052-58B3-BEB490E4E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992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669F3E-43D5-BB65-ECD8-D9240053D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0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018E25-12AE-6C6F-96C1-5565A79E1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433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28601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D3A162-C605-1EF0-B95D-61CF381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5B3E10-9352-BAC7-15D7-451C4A6E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EC480403-2DCB-D93E-6FA5-764E9AF17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1D6C57-08E6-237D-0C17-8B19FBB31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618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D3A162-C605-1EF0-B95D-61CF381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5B3E10-9352-BAC7-15D7-451C4A6E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675CFA4-7DCE-4E00-299A-FF492A47E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8FB7C9-3C9C-32E5-F7DB-3696A15A9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682" y="6352479"/>
            <a:ext cx="1465362" cy="47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93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9A5870C-8A2E-916B-8C33-1ADBC72B7BC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08002" y="6625830"/>
            <a:ext cx="1580775" cy="19697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Cognizant. Confidential.</a:t>
            </a:r>
          </a:p>
        </p:txBody>
      </p:sp>
      <p:sp>
        <p:nvSpPr>
          <p:cNvPr id="3" name="Slide Number Placeholder 26">
            <a:extLst>
              <a:ext uri="{FF2B5EF4-FFF2-40B4-BE49-F238E27FC236}">
                <a16:creationId xmlns:a16="http://schemas.microsoft.com/office/drawing/2014/main" id="{33348E6F-4835-71DB-2083-7882533EB01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" y="6627449"/>
            <a:ext cx="508000" cy="19697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DA6A74E-043F-A548-BCEE-F54A953677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09769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EF653-501E-4231-95CA-81A83690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B1821-BBA4-42D0-8307-9951071B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1E08E-187B-40AB-972B-53BBDA9201A7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picture containing diagram&#10;&#10;Description automatically generated">
            <a:extLst>
              <a:ext uri="{FF2B5EF4-FFF2-40B4-BE49-F238E27FC236}">
                <a16:creationId xmlns:a16="http://schemas.microsoft.com/office/drawing/2014/main" id="{4AFE2338-FF41-48C7-9321-825E11A88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D1D8762-CBCC-4248-9556-E46D1790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59" y="2515394"/>
            <a:ext cx="6465039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298534D8-1358-4C5A-B0A0-0A60365CFF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6" t="18192" r="6215" b="19516"/>
          <a:stretch/>
        </p:blipFill>
        <p:spPr>
          <a:xfrm>
            <a:off x="671586" y="6339123"/>
            <a:ext cx="1280160" cy="2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65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8227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 | Private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79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737557" cy="821266"/>
          </a:xfrm>
          <a:prstGeom prst="rect">
            <a:avLst/>
          </a:prstGeom>
        </p:spPr>
      </p:pic>
      <p:pic>
        <p:nvPicPr>
          <p:cNvPr id="2" name="Picture 2" descr="UCB (company) - Wikipedia">
            <a:extLst>
              <a:ext uri="{FF2B5EF4-FFF2-40B4-BE49-F238E27FC236}">
                <a16:creationId xmlns:a16="http://schemas.microsoft.com/office/drawing/2014/main" id="{54BF971E-A7FB-D7EF-2897-E27723FCF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581" y="526682"/>
            <a:ext cx="489098" cy="48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F8FE25-5074-15B3-7A1E-2F0EA58E1498}"/>
              </a:ext>
            </a:extLst>
          </p:cNvPr>
          <p:cNvCxnSpPr>
            <a:cxnSpLocks/>
          </p:cNvCxnSpPr>
          <p:nvPr/>
        </p:nvCxnSpPr>
        <p:spPr>
          <a:xfrm>
            <a:off x="3246977" y="637952"/>
            <a:ext cx="0" cy="2738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20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2025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12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832863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2025 Cognizant | Private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6452" y="1094366"/>
            <a:ext cx="2628901" cy="4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41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2025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99616" y="989145"/>
            <a:ext cx="2452624" cy="4305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4025581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Private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E0DC072-BCFE-527A-F36B-5EF696381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TOC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2610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2A7A9-56BA-F1E4-198B-ED25E2EE3AD6}"/>
              </a:ext>
            </a:extLst>
          </p:cNvPr>
          <p:cNvCxnSpPr/>
          <p:nvPr/>
        </p:nvCxnSpPr>
        <p:spPr>
          <a:xfrm>
            <a:off x="11217204" y="6394141"/>
            <a:ext cx="0" cy="189186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">
            <a:extLst>
              <a:ext uri="{FF2B5EF4-FFF2-40B4-BE49-F238E27FC236}">
                <a16:creationId xmlns:a16="http://schemas.microsoft.com/office/drawing/2014/main" id="{F17C0B36-24EA-6DCB-2FA4-3942F8733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16426" y="6259455"/>
            <a:ext cx="1658246" cy="497473"/>
          </a:xfrm>
          <a:prstGeom prst="rect">
            <a:avLst/>
          </a:prstGeom>
        </p:spPr>
      </p:pic>
      <p:pic>
        <p:nvPicPr>
          <p:cNvPr id="5122" name="Picture 2" descr="UCB logo in transparent PNG and vectorized SVG formats">
            <a:extLst>
              <a:ext uri="{FF2B5EF4-FFF2-40B4-BE49-F238E27FC236}">
                <a16:creationId xmlns:a16="http://schemas.microsoft.com/office/drawing/2014/main" id="{43BC310E-E684-BD75-ACB8-5770D0BCC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667" y="6288016"/>
            <a:ext cx="425101" cy="42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0C07003-970D-F9B9-5F5C-DFE9F86EE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TOC Master style</a:t>
            </a:r>
          </a:p>
        </p:txBody>
      </p:sp>
    </p:spTree>
    <p:extLst>
      <p:ext uri="{BB962C8B-B14F-4D97-AF65-F5344CB8AC3E}">
        <p14:creationId xmlns:p14="http://schemas.microsoft.com/office/powerpoint/2010/main" val="167850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488C67A8-EBDE-C8C7-6DF3-7A318F68F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737557" cy="821266"/>
          </a:xfrm>
          <a:prstGeom prst="rect">
            <a:avLst/>
          </a:prstGeom>
        </p:spPr>
      </p:pic>
      <p:pic>
        <p:nvPicPr>
          <p:cNvPr id="4" name="Picture 2" descr="UCB (company) - Wikipedia">
            <a:extLst>
              <a:ext uri="{FF2B5EF4-FFF2-40B4-BE49-F238E27FC236}">
                <a16:creationId xmlns:a16="http://schemas.microsoft.com/office/drawing/2014/main" id="{19DB5E25-E925-8752-31BC-D3588DD02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581" y="526682"/>
            <a:ext cx="489098" cy="48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2F61A7-9F0A-A1F2-3CDD-B593C225D040}"/>
              </a:ext>
            </a:extLst>
          </p:cNvPr>
          <p:cNvCxnSpPr>
            <a:cxnSpLocks/>
          </p:cNvCxnSpPr>
          <p:nvPr/>
        </p:nvCxnSpPr>
        <p:spPr>
          <a:xfrm>
            <a:off x="3246977" y="637952"/>
            <a:ext cx="0" cy="2738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120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3286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 | Private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1758A05-B25B-ED18-F810-0EF095641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0BCA3F9-2977-5F14-EAF2-C7ABA1C14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39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1B14C8A-8EFB-3387-DDC2-CD81FBECD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FC33B1-4AA2-AA6D-D3C1-F427D2D83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EAF61876-BE73-E793-31BE-62CC11DFB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7C9A5B3-D43C-B413-A153-F25652342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53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7CA4FBD-C53F-3B20-E046-4CA37E4A3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ED08C86-E998-069B-E5F2-4EA1FE6F8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D7710CCA-D130-D8B7-A6ED-81797A027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4994" y="149025"/>
            <a:ext cx="1874388" cy="56246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D410CA2-B90F-3F47-7CAF-2F54D22C8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0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-1"/>
            <a:ext cx="12192000" cy="686602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16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-1"/>
            <a:ext cx="12192000" cy="691414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29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style, copy can go here on a few lines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DF94F32-04B6-29B7-99CB-2A8B4761E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1665857-F66B-8D82-AA1B-6994EF9ED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E9EBE3E-97BC-8116-3699-5149B5DD7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D15A6A2-F595-B585-E53C-BE16CE4D0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9F8DF-0794-A34F-5622-1D4E7614418A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0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58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61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C7FF43C-D7C2-B4E8-61E3-718611C25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CF0E82-AF60-CAD9-5502-84E982897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8B486992-328D-D8DD-F8B6-04CDE4BCA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C077DFD-F405-C205-C4B8-9750AB296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16F068-13DD-4420-9AD7-B9AE0748D25A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496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D131F1-B98B-C413-F007-C553646E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BA654F0-B97C-285F-0D8F-8A65D3058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0B309-4DB8-5EB7-92F2-7522ED1D7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F82CF6C-1562-19B3-A9C0-D9D8ABA43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13CA7FD-97FD-CFBC-82E6-2FEC9B641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3ABD96-D87A-C776-4719-3CF58D0E3607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329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super head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D571DA-F580-ED2A-11BA-6B6ED0C89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4BE52-0E54-CEA0-5D9F-3D7E57A51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85EB9-D96E-8742-B2FA-60968ED85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1102572-A88B-A139-0679-FBA58D411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042539-E492-1062-27A9-A407F546402F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059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F6C7A-A194-B012-8D59-8B3CD785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66881AC-A394-CF40-BDFE-497F602C8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14C82A-BF1F-9D4D-989B-E8B1A1B9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6C402C9-462B-14BF-8267-75627EB74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C044FA0-73D4-D11A-3C10-50AB36FB8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52815D-BA59-7B70-C145-6898319242E0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46779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A9C6AC-D744-B0A2-C767-78E79A15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4080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7C18032-751A-1C2B-212E-ACF2B64BE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E63E569-4E56-B263-2FF6-797BEC901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C90F22E-A941-F315-5E03-597862621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0FD711-E058-D54E-593E-2306F17BB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E05AAC-46C1-3756-1871-ACF28ED55FC8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1BAE2EEA-2332-C826-CAA9-D9112762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69722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136B47-E1CD-71C5-E4D2-50714FD5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141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62B3D2C-9C78-243C-9C8A-2621E20C1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F60916-3CAC-91E5-F997-07F51C3BE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C6CC973-4A62-9ABF-83AC-2D821DE87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7DF3189-345D-F815-762E-95E589C0D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EF0D99-326A-2FC4-FA38-CC8506B65388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F0279A3F-D6B8-4619-9FE3-E20176E1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216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31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54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0833781-C398-4602-179A-9895D83B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9186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897" y="216718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1520A7-4B31-3F28-09DB-D813631E34CE}"/>
              </a:ext>
            </a:extLst>
          </p:cNvPr>
          <p:cNvGrpSpPr/>
          <p:nvPr/>
        </p:nvGrpSpPr>
        <p:grpSpPr>
          <a:xfrm>
            <a:off x="160713" y="226534"/>
            <a:ext cx="701748" cy="309845"/>
            <a:chOff x="340668" y="1405049"/>
            <a:chExt cx="701748" cy="309845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E040C34-E89B-06F0-049B-276634C4C7AA}"/>
                </a:ext>
              </a:extLst>
            </p:cNvPr>
            <p:cNvSpPr/>
            <p:nvPr/>
          </p:nvSpPr>
          <p:spPr>
            <a:xfrm flipH="1">
              <a:off x="734072" y="1407117"/>
              <a:ext cx="308344" cy="307777"/>
            </a:xfrm>
            <a:prstGeom prst="parallelogram">
              <a:avLst>
                <a:gd name="adj" fmla="val 6214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 b="1">
                <a:solidFill>
                  <a:schemeClr val="bg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ECA0BE42-B65C-0C58-EC4A-F352C7FA8E49}"/>
                </a:ext>
              </a:extLst>
            </p:cNvPr>
            <p:cNvSpPr/>
            <p:nvPr/>
          </p:nvSpPr>
          <p:spPr>
            <a:xfrm flipH="1">
              <a:off x="539437" y="1407116"/>
              <a:ext cx="308344" cy="307777"/>
            </a:xfrm>
            <a:prstGeom prst="parallelogram">
              <a:avLst>
                <a:gd name="adj" fmla="val 6214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 b="1">
                <a:solidFill>
                  <a:schemeClr val="bg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7A04067-3DF0-971F-8F03-19CF28CF3E5C}"/>
                </a:ext>
              </a:extLst>
            </p:cNvPr>
            <p:cNvSpPr/>
            <p:nvPr/>
          </p:nvSpPr>
          <p:spPr>
            <a:xfrm flipH="1">
              <a:off x="340668" y="1405049"/>
              <a:ext cx="308344" cy="307777"/>
            </a:xfrm>
            <a:prstGeom prst="parallelogram">
              <a:avLst>
                <a:gd name="adj" fmla="val 62143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 b="1">
                <a:solidFill>
                  <a:schemeClr val="bg1"/>
                </a:solidFill>
              </a:endParaRP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D3A162-C605-1EF0-B95D-61CF381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5B3E10-9352-BAC7-15D7-451C4A6E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61A5DA4-2F86-54FA-7555-867206C5C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2DC8CB7-E8C2-B45D-B35D-02D80EE49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073F35-8B2A-7437-6132-E42ADEEE8E6B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233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CA16B9-107C-8CB4-92C0-028038B0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270466A-E1EA-FEDE-805D-71D5AE4FCA32}"/>
              </a:ext>
            </a:extLst>
          </p:cNvPr>
          <p:cNvSpPr txBox="1">
            <a:spLocks/>
          </p:cNvSpPr>
          <p:nvPr/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Cognizant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5963AE8B-E36A-E939-8D94-D840289E1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E2F4E0-9A87-B652-9AE5-3D1999EE3FEE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590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D3042A-9CA6-384B-E9DA-29AA5363D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D6E2CC7-6159-7524-935E-AFF375D43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D5D3F59-BED5-00D2-8C29-1EF1BC7DE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0C207417-FEF0-1212-67A8-250F1C692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6FAF047-12C9-214C-502D-BAC261C92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C5B831-ACA4-771D-41B7-76B803410541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6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0" y="343099"/>
            <a:ext cx="10808209" cy="604264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3CA668BC-DEB8-4F6F-DFA0-C73CDB5F4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65F47EF-D88C-768D-8656-2DD6A683F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6A0D91-BDB3-DB49-C869-764248C296D0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66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A6658A-A831-914D-9CF0-153F9E06FA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6194" y="0"/>
            <a:ext cx="12244388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B712D96-2A62-27E1-54D7-99ACAFBD9E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199" y="6325299"/>
            <a:ext cx="352097" cy="3041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8AECCE-97E5-A46A-2E9B-116641F76E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12839435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FA7BC149-9EAA-7DBF-BA5B-9829D11F2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36576" y="-1"/>
            <a:ext cx="4108432" cy="6858001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2ADF06-1C72-4AE3-A93F-5F5D74C4F6A2}"/>
              </a:ext>
            </a:extLst>
          </p:cNvPr>
          <p:cNvSpPr/>
          <p:nvPr/>
        </p:nvSpPr>
        <p:spPr>
          <a:xfrm>
            <a:off x="457200" y="6538135"/>
            <a:ext cx="232700" cy="89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fld id="{BAE6486F-2B3F-46CA-8B93-0C1280898D9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B5EAD6-1CE4-4211-B51A-61D15AF6A2FF}"/>
              </a:ext>
            </a:extLst>
          </p:cNvPr>
          <p:cNvSpPr/>
          <p:nvPr/>
        </p:nvSpPr>
        <p:spPr>
          <a:xfrm>
            <a:off x="736586" y="6538135"/>
            <a:ext cx="966484" cy="89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© 2022 Cognizant</a:t>
            </a:r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0585BA5-7515-4144-8D6F-FFFA5EFD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61999"/>
            <a:ext cx="3261359" cy="1932585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BDF13-A1DC-39D1-D891-E98F43BBA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401638"/>
            <a:ext cx="1724025" cy="23177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1AD2C-4293-2724-F9AE-AA5E23EF0251}"/>
              </a:ext>
            </a:extLst>
          </p:cNvPr>
          <p:cNvSpPr txBox="1"/>
          <p:nvPr/>
        </p:nvSpPr>
        <p:spPr>
          <a:xfrm>
            <a:off x="7181088" y="-6705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" name="Picture Placeholder 17">
            <a:extLst>
              <a:ext uri="{FF2B5EF4-FFF2-40B4-BE49-F238E27FC236}">
                <a16:creationId xmlns:a16="http://schemas.microsoft.com/office/drawing/2014/main" id="{102AE36D-2D7C-CDC3-6582-BF772CE62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996653" y="401639"/>
            <a:ext cx="1653967" cy="588176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9131D-D9CC-CA00-ACC5-2A5184895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090" y="6333862"/>
            <a:ext cx="1511944" cy="453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CA01CC3-272B-794F-402C-17DFD6610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5590" y="6406825"/>
            <a:ext cx="1636593" cy="3077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12D770-37C7-6651-81BC-34790DAD00EC}"/>
              </a:ext>
            </a:extLst>
          </p:cNvPr>
          <p:cNvCxnSpPr/>
          <p:nvPr/>
        </p:nvCxnSpPr>
        <p:spPr>
          <a:xfrm>
            <a:off x="10184194" y="6432772"/>
            <a:ext cx="0" cy="2085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32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3" y="79501"/>
            <a:ext cx="11896681" cy="635764"/>
          </a:xfrm>
        </p:spPr>
        <p:txBody>
          <a:bodyPr anchor="ctr">
            <a:normAutofit/>
          </a:bodyPr>
          <a:lstStyle>
            <a:lvl1pPr>
              <a:defRPr sz="2400" b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E9E520-4C8C-4F3D-B9AD-8D4F2BFFCFD5}"/>
              </a:ext>
            </a:extLst>
          </p:cNvPr>
          <p:cNvGrpSpPr/>
          <p:nvPr/>
        </p:nvGrpSpPr>
        <p:grpSpPr>
          <a:xfrm flipV="1">
            <a:off x="1632" y="6858003"/>
            <a:ext cx="12190368" cy="45719"/>
            <a:chOff x="0" y="3098"/>
            <a:chExt cx="9144000" cy="5728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8D750C-0F12-4F98-A144-5E678678238C}"/>
                </a:ext>
              </a:extLst>
            </p:cNvPr>
            <p:cNvSpPr/>
            <p:nvPr/>
          </p:nvSpPr>
          <p:spPr>
            <a:xfrm flipH="1">
              <a:off x="0" y="3098"/>
              <a:ext cx="1594884" cy="57287"/>
            </a:xfrm>
            <a:prstGeom prst="rect">
              <a:avLst/>
            </a:prstGeom>
            <a:solidFill>
              <a:srgbClr val="045F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CDE7D5-4A6C-482E-90FE-7F30CB88E7FE}"/>
                </a:ext>
              </a:extLst>
            </p:cNvPr>
            <p:cNvSpPr/>
            <p:nvPr/>
          </p:nvSpPr>
          <p:spPr>
            <a:xfrm flipH="1">
              <a:off x="1575482" y="3098"/>
              <a:ext cx="1594884" cy="5728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69F8BFC-11AC-47EF-BFD0-04A2F387D9C4}"/>
                </a:ext>
              </a:extLst>
            </p:cNvPr>
            <p:cNvSpPr/>
            <p:nvPr/>
          </p:nvSpPr>
          <p:spPr>
            <a:xfrm flipH="1">
              <a:off x="3170366" y="3098"/>
              <a:ext cx="5973634" cy="5728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Shape">
            <a:extLst>
              <a:ext uri="{FF2B5EF4-FFF2-40B4-BE49-F238E27FC236}">
                <a16:creationId xmlns:a16="http://schemas.microsoft.com/office/drawing/2014/main" id="{C533A8A6-6EC5-4701-9917-0761BDA493A2}"/>
              </a:ext>
            </a:extLst>
          </p:cNvPr>
          <p:cNvSpPr/>
          <p:nvPr/>
        </p:nvSpPr>
        <p:spPr>
          <a:xfrm>
            <a:off x="11596839" y="6447407"/>
            <a:ext cx="555876" cy="41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9" h="21441" extrusionOk="0">
                <a:moveTo>
                  <a:pt x="10596" y="21441"/>
                </a:moveTo>
                <a:lnTo>
                  <a:pt x="826" y="21441"/>
                </a:lnTo>
                <a:cubicBezTo>
                  <a:pt x="193" y="21441"/>
                  <a:pt x="-204" y="20646"/>
                  <a:pt x="109" y="20011"/>
                </a:cubicBezTo>
                <a:lnTo>
                  <a:pt x="4994" y="10243"/>
                </a:lnTo>
                <a:lnTo>
                  <a:pt x="9879" y="476"/>
                </a:lnTo>
                <a:cubicBezTo>
                  <a:pt x="10199" y="-159"/>
                  <a:pt x="10993" y="-159"/>
                  <a:pt x="11306" y="476"/>
                </a:cubicBezTo>
                <a:lnTo>
                  <a:pt x="16191" y="10243"/>
                </a:lnTo>
                <a:lnTo>
                  <a:pt x="21076" y="20011"/>
                </a:lnTo>
                <a:cubicBezTo>
                  <a:pt x="21396" y="20646"/>
                  <a:pt x="20999" y="21441"/>
                  <a:pt x="20359" y="21441"/>
                </a:cubicBezTo>
                <a:lnTo>
                  <a:pt x="10596" y="21441"/>
                </a:lnTo>
                <a:close/>
              </a:path>
            </a:pathLst>
          </a:custGeom>
          <a:gradFill flip="none" rotWithShape="1">
            <a:gsLst>
              <a:gs pos="16000">
                <a:schemeClr val="accent4"/>
              </a:gs>
              <a:gs pos="100000">
                <a:schemeClr val="accent3"/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300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830" y="6523348"/>
            <a:ext cx="591735" cy="372557"/>
          </a:xfrm>
        </p:spPr>
        <p:txBody>
          <a:bodyPr/>
          <a:lstStyle>
            <a:lvl1pPr algn="ct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5D73EE-6AB1-6D70-E9C4-5E319DBFAD5E}"/>
              </a:ext>
            </a:extLst>
          </p:cNvPr>
          <p:cNvGrpSpPr/>
          <p:nvPr/>
        </p:nvGrpSpPr>
        <p:grpSpPr>
          <a:xfrm>
            <a:off x="3" y="6513979"/>
            <a:ext cx="2361127" cy="344023"/>
            <a:chOff x="0" y="6469664"/>
            <a:chExt cx="3013165" cy="439027"/>
          </a:xfrm>
        </p:grpSpPr>
        <p:pic>
          <p:nvPicPr>
            <p:cNvPr id="3" name="Picture 5">
              <a:extLst>
                <a:ext uri="{FF2B5EF4-FFF2-40B4-BE49-F238E27FC236}">
                  <a16:creationId xmlns:a16="http://schemas.microsoft.com/office/drawing/2014/main" id="{37AD756D-CB3B-CB66-97F4-39E112C53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0" y="6469664"/>
              <a:ext cx="1463040" cy="43902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142D9B8-2097-79DA-4A8D-774D8384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8523" y="6568163"/>
              <a:ext cx="1454642" cy="273559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0001DBC-BB4C-7E70-932F-45A315EB93F4}"/>
              </a:ext>
            </a:extLst>
          </p:cNvPr>
          <p:cNvSpPr/>
          <p:nvPr/>
        </p:nvSpPr>
        <p:spPr>
          <a:xfrm>
            <a:off x="97536" y="52477"/>
            <a:ext cx="81280" cy="656233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1"/>
          </a:p>
        </p:txBody>
      </p:sp>
    </p:spTree>
    <p:extLst>
      <p:ext uri="{BB962C8B-B14F-4D97-AF65-F5344CB8AC3E}">
        <p14:creationId xmlns:p14="http://schemas.microsoft.com/office/powerpoint/2010/main" val="222363827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Header &amp; 2-Column (Numbered text on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4ED29-3CCF-4A12-84A3-1ED27D4A1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7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96.xml"/><Relationship Id="rId38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92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100.xml"/><Relationship Id="rId40" Type="http://schemas.openxmlformats.org/officeDocument/2006/relationships/theme" Target="../theme/theme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36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94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8.xml"/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9ECF2E1B-5D7F-45D7-8C5B-CFA422F49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9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96123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2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96123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6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0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  <p:sldLayoutId id="2147483765" r:id="rId3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574047-00AC-6217-06BB-8675FF498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356898" cy="975563"/>
          </a:xfrm>
        </p:spPr>
        <p:txBody>
          <a:bodyPr/>
          <a:lstStyle/>
          <a:p>
            <a:r>
              <a:rPr lang="en-IN" sz="2400" dirty="0"/>
              <a:t>End-to-End Automation Flow with Human-in-Loop Approval</a:t>
            </a:r>
          </a:p>
        </p:txBody>
      </p:sp>
    </p:spTree>
    <p:extLst>
      <p:ext uri="{BB962C8B-B14F-4D97-AF65-F5344CB8AC3E}">
        <p14:creationId xmlns:p14="http://schemas.microsoft.com/office/powerpoint/2010/main" val="364994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1CAB-1C80-27AD-9E30-F33533A8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Step 1- Agents Generates PowerShell Scripts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IN" sz="2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7163618-8580-4FC6-676C-ED8934E3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60" y="1002786"/>
            <a:ext cx="10345769" cy="51822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DCAD81-BE70-C3F5-0FA2-53F5DA10D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642257"/>
            <a:ext cx="11427279" cy="595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51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AD6C-D41A-E9D0-256E-ECC7636B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/>
              <a:t>Step 2 – Developer Opens Azure DevOps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CBA6C-7EB2-910F-F35E-B8018F02BC42}"/>
              </a:ext>
            </a:extLst>
          </p:cNvPr>
          <p:cNvSpPr txBox="1"/>
          <p:nvPr/>
        </p:nvSpPr>
        <p:spPr>
          <a:xfrm>
            <a:off x="439646" y="906133"/>
            <a:ext cx="11312707" cy="27540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IN" sz="14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ABCD69-C12B-EF0C-1B85-E2634740F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54" y="577703"/>
            <a:ext cx="11260099" cy="57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6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73C7-4AED-87CE-0470-43F8E766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200" dirty="0"/>
              <a:t>Step 3 – Create Branch From Source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9FE4451-8259-2E74-562E-5D27CE293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93" y="596100"/>
            <a:ext cx="11328452" cy="578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1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90CF-2870-1D86-2797-F396EAD0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/>
              <a:t>Step 4– Upload Script to Branch</a:t>
            </a:r>
            <a:br>
              <a:rPr lang="en-IN" sz="2000" dirty="0"/>
            </a:br>
            <a:endParaRPr lang="en-IN" sz="2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928DBB-7DC6-11D3-13F7-BCDB43645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2" y="662151"/>
            <a:ext cx="10499834" cy="560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9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DA1F-E4E9-B03D-5181-ABF33897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/>
              <a:t>Step 5– Create Pull Request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90" name="TextBox 13">
            <a:extLst>
              <a:ext uri="{FF2B5EF4-FFF2-40B4-BE49-F238E27FC236}">
                <a16:creationId xmlns:a16="http://schemas.microsoft.com/office/drawing/2014/main" id="{C189BBCB-2D5D-118F-A503-A2F9E5F07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4000" y="6995671"/>
            <a:ext cx="188534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altLang="en-US" sz="800" b="1">
                <a:latin typeface="Avenir Book" panose="02000503020000020003"/>
                <a:cs typeface="Arial" panose="020B0604020202020204" pitchFamily="34" charset="0"/>
              </a:rPr>
              <a:t>Azure AI Search</a:t>
            </a:r>
            <a:endParaRPr lang="en-US" altLang="en-US" sz="800" b="1">
              <a:latin typeface="Avenir Book" panose="02000503020000020003"/>
              <a:cs typeface="Arial" panose="020B06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2CADCA-3CAC-4F42-D97F-96640D7E7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34" y="911095"/>
            <a:ext cx="10310649" cy="539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8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0B07-B844-986B-EC04-36BF6F04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Step 6- Human Review 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7E5D9C-E65B-434B-0F44-239A50878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93" y="736461"/>
            <a:ext cx="11235559" cy="53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9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6608-7E79-F8CC-5832-58D0BA53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Step 7- Human Approval(If approved)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AB8233-801B-2CED-15A5-5B6120166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53" y="758688"/>
            <a:ext cx="11298620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3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5059-62DD-9353-E57B-B48F270F5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07" y="109262"/>
            <a:ext cx="10440799" cy="415234"/>
          </a:xfrm>
        </p:spPr>
        <p:txBody>
          <a:bodyPr/>
          <a:lstStyle/>
          <a:p>
            <a:r>
              <a:rPr lang="en-US" sz="2000" dirty="0"/>
              <a:t>Step 9- Automation Publishing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3A52B5-70AC-8CF0-CEE1-35F4ECE1A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308" y="840827"/>
            <a:ext cx="9378306" cy="489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279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5C00F9-A268-66FA-08D2-F62C8D867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/>
              <a:t>Thank you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AA270-CE73-F30C-0A08-BF971F241D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664079"/>
      </p:ext>
    </p:extLst>
  </p:cSld>
  <p:clrMapOvr>
    <a:masterClrMapping/>
  </p:clrMapOvr>
</p:sld>
</file>

<file path=ppt/theme/theme1.xml><?xml version="1.0" encoding="utf-8"?>
<a:theme xmlns:a="http://schemas.openxmlformats.org/drawingml/2006/main" name="Cognizant 2025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8A3"/>
        </a:solidFill>
        <a:ln>
          <a:noFill/>
        </a:ln>
      </a:spPr>
      <a:bodyPr rtlCol="0" anchor="ctr"/>
      <a:lstStyle>
        <a:defPPr algn="ctr">
          <a:defRPr sz="1100"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gnizant 2025" id="{8DB005B6-26BB-401E-B99E-2DAAC792979D}" vid="{F5082F5F-B3F7-479A-A693-3E3919782523}"/>
    </a:ext>
  </a:extLst>
</a:theme>
</file>

<file path=ppt/theme/theme2.xml><?xml version="1.0" encoding="utf-8"?>
<a:theme xmlns:a="http://schemas.openxmlformats.org/drawingml/2006/main" name="1_CTS-Josh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3.xml><?xml version="1.0" encoding="utf-8"?>
<a:theme xmlns:a="http://schemas.openxmlformats.org/drawingml/2006/main" name="CTS-Josh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4.xml><?xml version="1.0" encoding="utf-8"?>
<a:theme xmlns:a="http://schemas.openxmlformats.org/drawingml/2006/main" name="3_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8A3"/>
        </a:solidFill>
        <a:ln>
          <a:noFill/>
        </a:ln>
      </a:spPr>
      <a:bodyPr rtlCol="0" anchor="ctr"/>
      <a:lstStyle>
        <a:defPPr algn="ctr">
          <a:defRPr sz="1100"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A4E2B19-1F27-49A0-990A-A6EA78A1E56D}" vid="{65816B46-E84E-4E45-AADA-9B2F56E9AE5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87A0079052C542A73CC5EB7E5934C1" ma:contentTypeVersion="4" ma:contentTypeDescription="Create a new document." ma:contentTypeScope="" ma:versionID="2fecb2c0afe9be6a0ae6f9bf8ae5d2e9">
  <xsd:schema xmlns:xsd="http://www.w3.org/2001/XMLSchema" xmlns:xs="http://www.w3.org/2001/XMLSchema" xmlns:p="http://schemas.microsoft.com/office/2006/metadata/properties" xmlns:ns2="f960b3f0-1bd3-4d5a-859e-42ca1970dabe" targetNamespace="http://schemas.microsoft.com/office/2006/metadata/properties" ma:root="true" ma:fieldsID="c61d590ec201a0a6fa98999167c53df7" ns2:_="">
    <xsd:import namespace="f960b3f0-1bd3-4d5a-859e-42ca1970da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0b3f0-1bd3-4d5a-859e-42ca1970da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B14B0E-E4ED-47BD-8DC6-DDA3774B67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D5F88A-F5F5-4AF9-AED2-15E81D3B5AD4}">
  <ds:schemaRefs>
    <ds:schemaRef ds:uri="f960b3f0-1bd3-4d5a-859e-42ca1970da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9A382D-5866-4666-BA38-D057165EE97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f960b3f0-1bd3-4d5a-859e-42ca1970dab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Cognizant 2025</Template>
  <TotalTime>59</TotalTime>
  <Words>71</Words>
  <Application>Microsoft Office PowerPoint</Application>
  <PresentationFormat>Widescreen</PresentationFormat>
  <Paragraphs>12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Avenir Book</vt:lpstr>
      <vt:lpstr>Cambria</vt:lpstr>
      <vt:lpstr>Cognizant 2025</vt:lpstr>
      <vt:lpstr>1_CTS-Josh</vt:lpstr>
      <vt:lpstr>CTS-Josh</vt:lpstr>
      <vt:lpstr>3_Office Theme</vt:lpstr>
      <vt:lpstr>End-to-End Automation Flow with Human-in-Loop Approval</vt:lpstr>
      <vt:lpstr>Step 1- Agents Generates PowerShell Scripts   </vt:lpstr>
      <vt:lpstr>Step 2 – Developer Opens Azure DevOps Repository</vt:lpstr>
      <vt:lpstr>Step 3 – Create Branch From Source</vt:lpstr>
      <vt:lpstr>Step 4– Upload Script to Branch </vt:lpstr>
      <vt:lpstr>Step 5– Create Pull Request </vt:lpstr>
      <vt:lpstr>Step 6- Human Review  </vt:lpstr>
      <vt:lpstr>Step 7- Human Approval(If approved) </vt:lpstr>
      <vt:lpstr>Step 9- Automation Publishing  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Dwivedi, Aparna Harish (Cognizant)</dc:creator>
  <cp:lastModifiedBy>Snai, Kousik (Cognizant)</cp:lastModifiedBy>
  <cp:revision>3</cp:revision>
  <dcterms:created xsi:type="dcterms:W3CDTF">2025-05-22T09:09:55Z</dcterms:created>
  <dcterms:modified xsi:type="dcterms:W3CDTF">2025-10-13T11:59:14Z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0x0101006587A0079052C542A73CC5EB7E5934C1</vt:lpwstr>
  </property>
</Properties>
</file>